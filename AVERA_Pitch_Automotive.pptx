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Change Verification &amp; Risk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Automotive Safety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Verification — Reimagined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3429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26262  ·  ADAS  ·  EV Software  ·  AUTOSAR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2A42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75488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avera-demo.up.railway.app   ·   Contact: mgaloyan79@gmail.com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291840"/>
          </a:xfrm>
          <a:prstGeom prst="rect">
            <a:avLst/>
          </a:prstGeom>
          <a:solidFill>
            <a:srgbClr val="E8EEF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51760" cy="54864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🚗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20040" y="2606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automotive recalls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" y="3154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to software defects (NHTSA 2024)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651760" cy="3291840"/>
          </a:xfrm>
          <a:prstGeom prst="rect">
            <a:avLst/>
          </a:prstGeom>
          <a:solidFill>
            <a:srgbClr val="E8EEF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60120"/>
            <a:ext cx="2651760" cy="54864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⏱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0040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 mo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200400" y="2606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re-certification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3154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software change (Tier-1 data)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0760" y="960120"/>
            <a:ext cx="2651760" cy="3291840"/>
          </a:xfrm>
          <a:prstGeom prst="rect">
            <a:avLst/>
          </a:prstGeom>
          <a:solidFill>
            <a:srgbClr val="E8EEF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960120"/>
            <a:ext cx="2651760" cy="54864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18" name="Text 16"/>
          <p:cNvSpPr/>
          <p:nvPr/>
        </p:nvSpPr>
        <p:spPr>
          <a:xfrm>
            <a:off x="608076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💸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2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$2.1B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080760" y="26060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rework cost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80760" y="3154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OEMs failing ISO 26262 audits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" y="4343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ECU software update triggers a cascade of manual checks, impact analyses, and re-certifications.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spend months on compliance paperwork instead of engineering.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 — AI-Powered Change Verification for Automotive Software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463040"/>
            <a:ext cx="4114800" cy="13716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463040"/>
            <a:ext cx="64008" cy="137160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1554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4632" y="18745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Impact 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diff — AVERA maps every changed function to its ISO 26262 ASIL level within seconds, not weeks.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463040"/>
            <a:ext cx="4114800" cy="13716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463040"/>
            <a:ext cx="64008" cy="137160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554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3752" y="18745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Evidence Generation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73752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audit packages (PDF/JSON) ready for TÜV or BSI review. No manual document assembly.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3017520"/>
            <a:ext cx="4114800" cy="13716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017520"/>
            <a:ext cx="64008" cy="137160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3108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" y="3429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Threshold Registry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thresholds per ASIL level (A→D). Changes that exceed risk limits are blocked at the gate.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17520"/>
            <a:ext cx="4114800" cy="13716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017520"/>
            <a:ext cx="64008" cy="137160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21" name="Text 19"/>
          <p:cNvSpPr/>
          <p:nvPr/>
        </p:nvSpPr>
        <p:spPr>
          <a:xfrm>
            <a:off x="4873752" y="3108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73752" y="3429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Coverage Proof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7375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traceability matrix linking every change to its safety requirements — ISO 26262 Part 6 compliant.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4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148840" y="2377440"/>
            <a:ext cx="274320" cy="54864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960120"/>
            <a:ext cx="822960" cy="822960"/>
          </a:xfrm>
          <a:prstGeom prst="ellipse">
            <a:avLst/>
          </a:prstGeom>
          <a:solidFill>
            <a:srgbClr val="F07C1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code diff or connect CI/CD pipeline (GitHub Actions, Jenkins). AVERA receives the delta automatically.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274320" cy="54864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960120"/>
            <a:ext cx="822960" cy="822960"/>
          </a:xfrm>
          <a:prstGeom prst="ellipse">
            <a:avLst/>
          </a:prstGeom>
          <a:solidFill>
            <a:srgbClr val="F07C1E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2316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Analysis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23160" y="24688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engine classifies each changed module: ASIL level, safety functions affected, regression risk score.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274320" cy="54864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15" name="Shape 13"/>
          <p:cNvSpPr/>
          <p:nvPr/>
        </p:nvSpPr>
        <p:spPr>
          <a:xfrm>
            <a:off x="5166360" y="960120"/>
            <a:ext cx="822960" cy="822960"/>
          </a:xfrm>
          <a:prstGeom prst="ellipse">
            <a:avLst/>
          </a:prstGeom>
          <a:solidFill>
            <a:srgbClr val="F07C1E"/>
          </a:solidFill>
          <a:ln/>
        </p:spPr>
      </p:sp>
      <p:sp>
        <p:nvSpPr>
          <p:cNvPr id="16" name="Text 14"/>
          <p:cNvSpPr/>
          <p:nvPr/>
        </p:nvSpPr>
        <p:spPr>
          <a:xfrm>
            <a:off x="516636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Check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4688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metric is compared against the governed safety registry. Violations raise a blocking verdict.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960120"/>
            <a:ext cx="822960" cy="822960"/>
          </a:xfrm>
          <a:prstGeom prst="ellipse">
            <a:avLst/>
          </a:prstGeom>
          <a:solidFill>
            <a:srgbClr val="F07C1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20840" y="246888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→ signed PDF evidence package generated. Fail → structured remediation report with ISO 26262 references.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14-month re-certification cycles reduced to hours. Zero manual document assembly.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OPPORTUNITY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4023360" cy="219456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10515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$8.99B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320040" y="2057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Safety Market by 2032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11.7%  ·  Source: MarketsandMarkets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114800" cy="109728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$5.9B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 Software Testing (2024)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764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$12.35B by 2035, CAGR 17.4% · MRFR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2194560"/>
            <a:ext cx="4114800" cy="109728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286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93,000+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2743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software engineers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ADAS/EV alone needing ISO 26262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3429000"/>
            <a:ext cx="4114800" cy="109728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3520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7C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$2.1B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OEM compliance rework cost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4233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by automated verification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0040" y="42062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segment = 38% of global functional safety spend (MarketsandMarkets 2026)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AVERA WINS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1828800"/>
                <a:gridCol w="192024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26262 impact 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14 months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Weeks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evidence packages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Instant PDF/JSON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Manual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threshold enforcement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ASIL A–D registry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Config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Multi-domain (auto+aviation+rail)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All in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Domain silos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Single domain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 integration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GitHub/Jenkins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Offline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Limited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IT LIVE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1371600"/>
          </a:xfrm>
          <a:prstGeom prst="rect">
            <a:avLst/>
          </a:prstGeom>
          <a:solidFill>
            <a:srgbClr val="F07C1E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2801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https://avera-demo.up.railway.app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Demo — No login required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Demo Scenarios Available: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ASIL-D braking system ECU patch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ADAS lane detection algorithm update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EV battery management software delta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AUTOSAR component regression check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D2A42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75488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mgaloyan79@gmail.com  ·  github.com/averaeng/avera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ROADMAP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749040"/>
          </a:xfrm>
          <a:prstGeom prst="rect">
            <a:avLst/>
          </a:prstGeom>
          <a:solidFill>
            <a:srgbClr val="E8EEF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51760" cy="50292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005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1005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(30 Days)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CI/CD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ISO 26262 safety thresholds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71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analysis on 1 ECU module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6576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evidence package quality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960120"/>
            <a:ext cx="2651760" cy="3749040"/>
          </a:xfrm>
          <a:prstGeom prst="rect">
            <a:avLst/>
          </a:prstGeom>
          <a:solidFill>
            <a:srgbClr val="E8EEF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005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005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(60 Days)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ASIL threshold registry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nightly analysis runs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2971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training (2 sessions)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37560" y="36576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TÜV pre-audit dry 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960120"/>
            <a:ext cx="2651760" cy="3749040"/>
          </a:xfrm>
          <a:prstGeom prst="rect">
            <a:avLst/>
          </a:prstGeom>
          <a:solidFill>
            <a:srgbClr val="E8EEF4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02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1005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78040" y="1005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(90 Days)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1600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under AVERA 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 active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2971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submission ready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0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measurement report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TODAY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 is live, tested, and ready for your automotive safety pipeline.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2560320" cy="18288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2148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182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avera-demo.up.railway.app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2011680"/>
            <a:ext cx="2560320" cy="18288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37560" y="2148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📧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33756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Call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182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mgaloyan79@gmail.com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2560320" cy="1828800"/>
          </a:xfrm>
          <a:prstGeom prst="rect">
            <a:avLst/>
          </a:prstGeom>
          <a:solidFill>
            <a:srgbClr val="0D2A42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2148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💻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17220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Source Code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31821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github.com/averaeng/avera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85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  ·  AI Change Verification for Safety-Critical Systems  ·  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AVERA — Automotive Safety Verification</dc:title>
  <dc:subject>PptxGenJS Presentation</dc:subject>
  <dc:creator>PptxGenJS</dc:creator>
  <cp:lastModifiedBy>PptxGenJS</cp:lastModifiedBy>
  <cp:revision>1</cp:revision>
  <dcterms:created xsi:type="dcterms:W3CDTF">2026-05-18T03:24:40Z</dcterms:created>
  <dcterms:modified xsi:type="dcterms:W3CDTF">2026-05-18T03:24:40Z</dcterms:modified>
</cp:coreProperties>
</file>