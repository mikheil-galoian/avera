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07C1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4114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7C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AVERA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Change Verification &amp; Risk Architecture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60020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Automotive Safety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Verification — Reimagined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02920" y="34290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26262  ·  ADAS  ·  EV Software  ·  AUTOSAR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D2A42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274320" y="475488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avera-production.up.railway.app   ·   Contact: mgaloyan79@gmail.com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1A2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651760" cy="3291840"/>
          </a:xfrm>
          <a:prstGeom prst="rect">
            <a:avLst/>
          </a:prstGeom>
          <a:solidFill>
            <a:srgbClr val="E8EEF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20040" y="960120"/>
            <a:ext cx="2651760" cy="54864"/>
          </a:xfrm>
          <a:prstGeom prst="rect">
            <a:avLst/>
          </a:prstGeom>
          <a:solidFill>
            <a:srgbClr val="F07C1E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320040" y="11430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🚗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20040" y="18288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2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78%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320040" y="26060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automotive recalls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" y="315468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to software defects (NHTSA 2024)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960120"/>
            <a:ext cx="2651760" cy="3291840"/>
          </a:xfrm>
          <a:prstGeom prst="rect">
            <a:avLst/>
          </a:prstGeom>
          <a:solidFill>
            <a:srgbClr val="E8EEF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200400" y="960120"/>
            <a:ext cx="2651760" cy="54864"/>
          </a:xfrm>
          <a:prstGeom prst="rect">
            <a:avLst/>
          </a:prstGeom>
          <a:solidFill>
            <a:srgbClr val="F07C1E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200400" y="11430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⏱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200400" y="18288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2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 mo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3200400" y="26060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re-certification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00400" y="315468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 software change (Tier-1 data)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80760" y="960120"/>
            <a:ext cx="2651760" cy="3291840"/>
          </a:xfrm>
          <a:prstGeom prst="rect">
            <a:avLst/>
          </a:prstGeom>
          <a:solidFill>
            <a:srgbClr val="E8EEF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080760" y="960120"/>
            <a:ext cx="2651760" cy="54864"/>
          </a:xfrm>
          <a:prstGeom prst="rect">
            <a:avLst/>
          </a:prstGeom>
          <a:solidFill>
            <a:srgbClr val="F07C1E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080760" y="11430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💸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080760" y="18288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2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$2.1B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6080760" y="26060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rework cost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080760" y="315468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OEMs failing ISO 26262 audits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0040" y="434340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2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ECU software update triggers a cascade of manual checks, impact analyses, and re-certifications.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02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spend months on compliance paperwork instead of engineering.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7C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SOLUTION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 — AI-Powered Change Verification for Automotive Software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1463040"/>
            <a:ext cx="4114800" cy="1371600"/>
          </a:xfrm>
          <a:prstGeom prst="rect">
            <a:avLst/>
          </a:prstGeom>
          <a:solidFill>
            <a:srgbClr val="0D2A4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20040" y="1463040"/>
            <a:ext cx="64008" cy="1371600"/>
          </a:xfrm>
          <a:prstGeom prst="rect">
            <a:avLst/>
          </a:prstGeom>
          <a:solidFill>
            <a:srgbClr val="F07C1E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84632" y="15544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84632" y="18745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Impact Analysis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4632" y="22402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 diff — AVERA maps every changed function to its ISO 26262 ASIL level within seconds, not weeks.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463040"/>
            <a:ext cx="4114800" cy="1371600"/>
          </a:xfrm>
          <a:prstGeom prst="rect">
            <a:avLst/>
          </a:prstGeom>
          <a:solidFill>
            <a:srgbClr val="0D2A4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709160" y="1463040"/>
            <a:ext cx="64008" cy="1371600"/>
          </a:xfrm>
          <a:prstGeom prst="rect">
            <a:avLst/>
          </a:prstGeom>
          <a:solidFill>
            <a:srgbClr val="F07C1E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873752" y="15544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73752" y="18745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Evidence Generation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73752" y="22402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audit packages (PDF/JSON) ready for TÜV or BSI review. No manual document assembly.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017520"/>
            <a:ext cx="4114800" cy="1371600"/>
          </a:xfrm>
          <a:prstGeom prst="rect">
            <a:avLst/>
          </a:prstGeom>
          <a:solidFill>
            <a:srgbClr val="0D2A4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320040" y="3017520"/>
            <a:ext cx="64008" cy="1371600"/>
          </a:xfrm>
          <a:prstGeom prst="rect">
            <a:avLst/>
          </a:prstGeom>
          <a:solidFill>
            <a:srgbClr val="F07C1E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84632" y="31089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" y="34290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Threshold Registry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4632" y="379476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thresholds per ASIL level (A→D). Changes that exceed risk limits are blocked at the gate.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3017520"/>
            <a:ext cx="4114800" cy="1371600"/>
          </a:xfrm>
          <a:prstGeom prst="rect">
            <a:avLst/>
          </a:prstGeom>
          <a:solidFill>
            <a:srgbClr val="0D2A4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709160" y="3017520"/>
            <a:ext cx="64008" cy="1371600"/>
          </a:xfrm>
          <a:prstGeom prst="rect">
            <a:avLst/>
          </a:prstGeom>
          <a:solidFill>
            <a:srgbClr val="F07C1E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873752" y="31089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73752" y="34290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Coverage Proof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73752" y="379476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traceability matrix linking every change to its safety requirements — ISO 26262 Part 6 compliant.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1A2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IT WORKS — 4 STEPS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148840" y="2377440"/>
            <a:ext cx="274320" cy="54864"/>
          </a:xfrm>
          <a:prstGeom prst="rect">
            <a:avLst/>
          </a:prstGeom>
          <a:solidFill>
            <a:srgbClr val="F07C1E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960120"/>
            <a:ext cx="822960" cy="822960"/>
          </a:xfrm>
          <a:prstGeom prst="ellipse">
            <a:avLst/>
          </a:prstGeom>
          <a:solidFill>
            <a:srgbClr val="F07C1E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68680" y="1024128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19202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Change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246888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code diff or connect CI/CD pipeline (GitHub Actions, Jenkins). AVERA receives the delta automatically.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2377440"/>
            <a:ext cx="274320" cy="54864"/>
          </a:xfrm>
          <a:prstGeom prst="rect">
            <a:avLst/>
          </a:prstGeom>
          <a:solidFill>
            <a:srgbClr val="F07C1E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017520" y="960120"/>
            <a:ext cx="822960" cy="822960"/>
          </a:xfrm>
          <a:prstGeom prst="ellipse">
            <a:avLst/>
          </a:prstGeom>
          <a:solidFill>
            <a:srgbClr val="F07C1E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017520" y="1024128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423160" y="19202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Risk Analysis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423160" y="246888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engine classifies each changed module: ASIL level, safety functions affected, regression risk score.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46520" y="2377440"/>
            <a:ext cx="274320" cy="54864"/>
          </a:xfrm>
          <a:prstGeom prst="rect">
            <a:avLst/>
          </a:prstGeom>
          <a:solidFill>
            <a:srgbClr val="F07C1E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5166360" y="960120"/>
            <a:ext cx="822960" cy="822960"/>
          </a:xfrm>
          <a:prstGeom prst="ellipse">
            <a:avLst/>
          </a:prstGeom>
          <a:solidFill>
            <a:srgbClr val="F07C1E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166360" y="1024128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572000" y="19202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Check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0" y="246888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risk metric is compared against the governed safety registry. Violations raise a blocking verdict.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0" y="960120"/>
            <a:ext cx="822960" cy="822960"/>
          </a:xfrm>
          <a:prstGeom prst="ellipse">
            <a:avLst/>
          </a:prstGeom>
          <a:solidFill>
            <a:srgbClr val="F07C1E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315200" y="1024128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720840" y="19202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Package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20840" y="246888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→ signed PDF evidence package generated. Fail → structured remediation report with ISO 26262 references.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343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14-month re-certification cycles reduced to hours. Zero manual document assembly.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7C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 OPPORTUNITY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868680"/>
            <a:ext cx="4023360" cy="2194560"/>
          </a:xfrm>
          <a:prstGeom prst="rect">
            <a:avLst/>
          </a:prstGeom>
          <a:solidFill>
            <a:srgbClr val="0D2A4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20040" y="105156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07C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$8.99B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20040" y="20574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Safety Market by 2032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24688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11.7%  ·  Source: MarketsandMarkets 2026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663440" y="960120"/>
            <a:ext cx="4114800" cy="1097280"/>
          </a:xfrm>
          <a:prstGeom prst="rect">
            <a:avLst/>
          </a:prstGeom>
          <a:solidFill>
            <a:srgbClr val="0D2A4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754880" y="10515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7C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$5.9B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754880" y="15087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Safety-Critical Software Testing (2024)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0" y="17647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$12.35B by 2035, CAGR 17.4% · MRFR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2194560"/>
            <a:ext cx="4114800" cy="1097280"/>
          </a:xfrm>
          <a:prstGeom prst="rect">
            <a:avLst/>
          </a:prstGeom>
          <a:solidFill>
            <a:srgbClr val="0D2A4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754880" y="22860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7C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93,000+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754880" y="27432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 software engineers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29992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ADAS/EV alone needing ISO 26262 tools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3429000"/>
            <a:ext cx="4114800" cy="1097280"/>
          </a:xfrm>
          <a:prstGeom prst="rect">
            <a:avLst/>
          </a:prstGeom>
          <a:solidFill>
            <a:srgbClr val="0D2A4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754880" y="35204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7C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$2.1B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754880" y="39776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OEM compliance rework cost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42336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addressable by automated verification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0040" y="42062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 segment = 38% of global functional safety spend (MarketsandMarkets 2026)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1A2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AVERA WINS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14400"/>
          <a:ext cx="8503920" cy="3657600"/>
        </p:xfrm>
        <a:graphic>
          <a:graphicData uri="http://schemas.openxmlformats.org/drawingml/2006/table">
            <a:tbl>
              <a:tblPr/>
              <a:tblGrid>
                <a:gridCol w="2926080"/>
                <a:gridCol w="1828800"/>
                <a:gridCol w="1828800"/>
                <a:gridCol w="1920240"/>
              </a:tblGrid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7C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Process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 26262 impact analysis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6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 Seconds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9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 14 months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96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 Weeks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evidence packages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6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 Instant PDF/JSON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9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 Manual docs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96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 Partial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 threshold enforcement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6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 ASIL A–D registry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9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 Spreadsheets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96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 Config files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Multi-domain (auto+aviation+rail)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6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 All in 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9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 Domain silos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9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 Single domain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CI/CD pipeline integration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6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 GitHub/Jenkins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9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 Offline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96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 Limited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SEE IT LIVE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371600" y="1097280"/>
            <a:ext cx="6400800" cy="1371600"/>
          </a:xfrm>
          <a:prstGeom prst="rect">
            <a:avLst/>
          </a:prstGeom>
          <a:solidFill>
            <a:srgbClr val="F07C1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37160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https://avera-production.up.railway.app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21031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2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Streamlit Demo — No login required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788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 Demo Scenarios Available: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324612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ASIL-D braking system ECU patch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46320" y="324612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ADAS lane detection algorithm update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370332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EV battery management software delta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6320" y="370332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AUTOSAR component regression check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D2A42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274320" y="475488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 mgaloyan79@gmail.com  ·  github.com/averaeng/avera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1A2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INTEGRATION ROADMAP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651760" cy="3749040"/>
          </a:xfrm>
          <a:prstGeom prst="rect">
            <a:avLst/>
          </a:prstGeom>
          <a:solidFill>
            <a:srgbClr val="E8EEF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20040" y="960120"/>
            <a:ext cx="2651760" cy="502920"/>
          </a:xfrm>
          <a:prstGeom prst="rect">
            <a:avLst/>
          </a:prstGeom>
          <a:solidFill>
            <a:srgbClr val="021A2E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320040" y="100584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417320" y="10058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(30 Days)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02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CI/CD pipeline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02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ISO 26262 safety thresholds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9718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02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analysis on 1 ECU module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6576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02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evidence package quality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0" y="960120"/>
            <a:ext cx="2651760" cy="3749040"/>
          </a:xfrm>
          <a:prstGeom prst="rect">
            <a:avLst/>
          </a:prstGeom>
          <a:solidFill>
            <a:srgbClr val="E8EEF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200400" y="960120"/>
            <a:ext cx="2651760" cy="502920"/>
          </a:xfrm>
          <a:prstGeom prst="rect">
            <a:avLst/>
          </a:prstGeom>
          <a:solidFill>
            <a:srgbClr val="021A2E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200400" y="100584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97680" y="10058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(60 Days)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37560" y="16002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02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ASIL threshold registry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37560" y="22860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02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nightly analysis runs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37560" y="29718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02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training (2 sessions)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37560" y="36576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02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TÜV pre-audit dry run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80760" y="960120"/>
            <a:ext cx="2651760" cy="3749040"/>
          </a:xfrm>
          <a:prstGeom prst="rect">
            <a:avLst/>
          </a:prstGeom>
          <a:solidFill>
            <a:srgbClr val="E8EEF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080760" y="960120"/>
            <a:ext cx="2651760" cy="502920"/>
          </a:xfrm>
          <a:prstGeom prst="rect">
            <a:avLst/>
          </a:prstGeom>
          <a:solidFill>
            <a:srgbClr val="021A2E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080760" y="100584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178040" y="10058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(90 Days)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17920" y="16002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02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modules under AVERA gate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17920" y="22860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02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audit log active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17920" y="29718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02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submission ready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17920" y="36576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02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measurement report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07C1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START TODAY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 is live, tested, and ready for your automotive safety pipeline.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2011680"/>
            <a:ext cx="2560320" cy="1828800"/>
          </a:xfrm>
          <a:prstGeom prst="rect">
            <a:avLst/>
          </a:prstGeom>
          <a:solidFill>
            <a:srgbClr val="0D2A4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21488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🖥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2743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 Demo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318211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avera-production.up.railway.app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37560" y="2011680"/>
            <a:ext cx="2560320" cy="1828800"/>
          </a:xfrm>
          <a:prstGeom prst="rect">
            <a:avLst/>
          </a:prstGeom>
          <a:solidFill>
            <a:srgbClr val="0D2A4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337560" y="21488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📧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337560" y="2743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 Call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37560" y="318211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mgaloyan79@gmail.com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72200" y="2011680"/>
            <a:ext cx="2560320" cy="1828800"/>
          </a:xfrm>
          <a:prstGeom prst="rect">
            <a:avLst/>
          </a:prstGeom>
          <a:solidFill>
            <a:srgbClr val="0D2A4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72200" y="21488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💻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172200" y="2743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Source Code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72200" y="318211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github.com/averaeng/avera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8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  ·  AI Change Verification for Safety-Critical Systems  ·  ©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AVERA — Automotive Safety Verification</dc:title>
  <dc:subject>PptxGenJS Presentation</dc:subject>
  <dc:creator>PptxGenJS</dc:creator>
  <cp:lastModifiedBy>PptxGenJS</cp:lastModifiedBy>
  <cp:revision>1</cp:revision>
  <dcterms:created xsi:type="dcterms:W3CDTF">2026-05-18T03:24:40Z</dcterms:created>
  <dcterms:modified xsi:type="dcterms:W3CDTF">2026-05-18T03:24:40Z</dcterms:modified>
</cp:coreProperties>
</file>