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Change Verification &amp; Risk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Medical Device Software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Validation — Automated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 ·  FDA 21 CFR Part 11  ·  MDR / CE  ·  Class A–C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663440"/>
            <a:ext cx="9144000" cy="406908"/>
          </a:xfrm>
          <a:prstGeom prst="rect">
            <a:avLst/>
          </a:prstGeom>
          <a:solidFill>
            <a:srgbClr val="00354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avera-production.up.railway.app   ·   Contact: mgaloyan79@gmail.com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4E5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COMPLIANCE BURDEN ON MEDTECH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291840"/>
          </a:xfrm>
          <a:prstGeom prst="rect">
            <a:avLst/>
          </a:prstGeom>
          <a:solidFill>
            <a:srgbClr val="EBF6F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60120"/>
            <a:ext cx="2651760" cy="64008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💊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4E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$1.1B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V&amp;V market (2025)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to $2.6B by 2035, CAGR 8.9% — Grand View Research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651760" cy="3291840"/>
          </a:xfrm>
          <a:prstGeom prst="rect">
            <a:avLst/>
          </a:prstGeom>
          <a:solidFill>
            <a:srgbClr val="EBF6F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00400" y="960120"/>
            <a:ext cx="2651760" cy="64008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⏳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004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4E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510(k)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0040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clearance bottleneck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changes often require new 510(k) or De Novo — months of delay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960120"/>
            <a:ext cx="2651760" cy="3291840"/>
          </a:xfrm>
          <a:prstGeom prst="rect">
            <a:avLst/>
          </a:prstGeom>
          <a:solidFill>
            <a:srgbClr val="EBF6F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80760" y="960120"/>
            <a:ext cx="2651760" cy="64008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8076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4E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 C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08076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highest risk class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Life-sustaining software: zero tolerance for unvalidated changes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health and AI-as-medical-device companies ship software weekly.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and FDA validation cycles were designed for annual release cadences.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4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 FOR MEDICAL DEVICES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Software Safety Class (A/B/C) impact analysis — automated, traceable, FDA-ready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41732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1417320"/>
            <a:ext cx="64008" cy="1417320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8463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463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Class Classification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 automatically assigns IEC 62304 Software Safety Class (A, B, or C) to each changed component. No manual triage.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417320"/>
            <a:ext cx="4114800" cy="141732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1417320"/>
            <a:ext cx="64008" cy="1417320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7375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375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Audit Trail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tamper-proof log of every verification decision, threshold override, and evidence submission — FDA inspection ready.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90088"/>
            <a:ext cx="4114800" cy="141732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2990088"/>
            <a:ext cx="64008" cy="1417320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8463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Impact Traceability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 from code change → software unit → hazardous situation → risk control. IEC 62304 clause 5.7 compliant.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90088"/>
            <a:ext cx="4114800" cy="141732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709160" y="2990088"/>
            <a:ext cx="64008" cy="1417320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7375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7375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Evidence Package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7375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V&amp;V report aligned to IEC 62304 and FDA Software as a Medical Device (SaMD) guidance. One click → submission-ready PDF.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4E5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IEC 62304 WORKFLOW — AVERA ACCELERATED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148840" y="2377440"/>
            <a:ext cx="274320" cy="54864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960120"/>
            <a:ext cx="822960" cy="822960"/>
          </a:xfrm>
          <a:prstGeom prst="ellipse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Software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diff from VCS. AVERA parses changed software units, identifies their medical device system context.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274320" cy="54864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017520" y="960120"/>
            <a:ext cx="822960" cy="822960"/>
          </a:xfrm>
          <a:prstGeom prst="ellipse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1752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2316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Assignment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changed unit classified A, B, or C. Class C (life-sustaining) triggers highest scrutiny path automatically.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274320" cy="54864"/>
          </a:xfrm>
          <a:prstGeom prst="rect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166360" y="960120"/>
            <a:ext cx="822960" cy="822960"/>
          </a:xfrm>
          <a:prstGeom prst="ellipse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6636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Traceability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linked to hazardous situations in risk file. Unmitigated risks generate blocking verdict before release.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960120"/>
            <a:ext cx="822960" cy="822960"/>
          </a:xfrm>
          <a:prstGeom prst="ellipse">
            <a:avLst/>
          </a:prstGeom>
          <a:solidFill>
            <a:srgbClr val="006B7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V&amp;V Evidence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2084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complete IEC 62304 / FDA-aligned validation report. Fail → structured non-conformance with section references.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Digital health companies ship validated software weekly, not annually.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4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MEDTECH MARKET OPPORTUNITY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4023360" cy="219456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20040" y="1005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$2.6B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32004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V&amp;V Market by 2035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8.9%  ·  Source: Grand View Research 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114800" cy="10972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0" y="1033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$8.99B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Safety Market by 2032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764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11.7% — medical device segment among fastest growing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194560"/>
            <a:ext cx="4114800" cy="10972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54880" y="22677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3,000+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274320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SaMD products seeking FDA clearance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Medical Device: each needs IEC 62304 + FDA SaMD compliance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3429000"/>
            <a:ext cx="4114800" cy="10972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0" y="35021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5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 Class IIb AI/ML enforcement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4233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MDR Article 10(9): all AI-assisted medical software must comply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0040" y="42062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SaMD (Software as a Medical Device): fastest-growing compliance segment globally. FDA and EMA both tightening AI software rules.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4E5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 VS. CURRENT MEDTECH APPROACH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926080"/>
                <a:gridCol w="1920240"/>
                <a:gridCol w="182880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IEC 62304 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E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Polarion / Jama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Spreadsheet / Manual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class auto-classification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AI-automated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Manual tagging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Human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traceability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Automatic links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Manual trace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Spreadsheet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FDA/MDR evidence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Instant PDF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Partial reports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Manual assembly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CFR Part 11 audit trail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Hash-chained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Database logs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Agile / SaMD CI/CD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Native integration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Waterfall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Not 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4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AVERA IN ACTION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1371600"/>
          </a:xfrm>
          <a:prstGeom prst="rect">
            <a:avLst/>
          </a:prstGeom>
          <a:solidFill>
            <a:srgbClr val="006B7A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371600" y="12801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https://avera-production.up.railway.app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Demo — No login required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Demo Scenarios: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AI diagnostic algorithm update (Class C)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Insulin pump firmware patch (IEC 62304 B)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Ventilator control software change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Connected health app update (SaMD)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06908"/>
          </a:xfrm>
          <a:prstGeom prst="rect">
            <a:avLst/>
          </a:prstGeom>
          <a:solidFill>
            <a:srgbClr val="00354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mgaloyan79@gmail.com  ·  github.com/averaeng/avera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4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A8D5E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VALIDATE FASTER.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HEAL SOONER.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automates IEC 62304 impact analysis so your team focuses on building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life-saving software — not paperwork.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2286000" cy="15544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avera-production.up.railway.app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74720" y="2971800"/>
            <a:ext cx="2286000" cy="15544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7472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📧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7472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Us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mgaloyan79@gmail.com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2971800"/>
            <a:ext cx="2286000" cy="1554480"/>
          </a:xfrm>
          <a:prstGeom prst="rect">
            <a:avLst/>
          </a:prstGeom>
          <a:solidFill>
            <a:srgbClr val="003545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12648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💻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2648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github.com/averaeng/avera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 — Medical Device Software IEC 62304</dc:title>
  <dc:subject>PptxGenJS Presentation</dc:subject>
  <dc:creator>PptxGenJS</dc:creator>
  <cp:lastModifiedBy>PptxGenJS</cp:lastModifiedBy>
  <cp:revision>1</cp:revision>
  <dcterms:created xsi:type="dcterms:W3CDTF">2026-05-18T03:24:40Z</dcterms:created>
  <dcterms:modified xsi:type="dcterms:W3CDTF">2026-05-18T03:24:40Z</dcterms:modified>
</cp:coreProperties>
</file>