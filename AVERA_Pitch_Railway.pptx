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Verification &amp; Risk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 Signalling Software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 — Automated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EN-50128  ·  ETCS / ERTMS  ·  CBTC  ·  SIL 0–4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06908"/>
          </a:xfrm>
          <a:prstGeom prst="rect">
            <a:avLst/>
          </a:prstGeom>
          <a:solidFill>
            <a:srgbClr val="061A0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avera-production.up.railway.app   ·   Contact: mgaloyan79@gmail.com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E1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SIGNALLING VERIFICATION CRISIS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EB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€320M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signalling software market (Europe)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EN-50128 compliance tooling alone (Mordor Intelligence 2025)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3291840"/>
          </a:xfrm>
          <a:prstGeom prst="rect">
            <a:avLst/>
          </a:prstGeom>
          <a:solidFill>
            <a:srgbClr val="EB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 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vital safety functions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triggers full EN-50128 re-verification — months of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3291840"/>
          </a:xfrm>
          <a:prstGeom prst="rect">
            <a:avLst/>
          </a:prstGeom>
          <a:solidFill>
            <a:srgbClr val="EBF2E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1143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📆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mo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software change cycle 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rail modernisation stalled by manual safety reviews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343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Rail, Deutsche Bahn, and SNCF all face the same problem: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changes faster than EN-50128 re-verification processes can track.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 FOR RAILWAY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EN-50128 SIL classification and change impact scoping — automated, auditable, instant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114800" cy="141732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0040" y="1417320"/>
            <a:ext cx="64008" cy="14173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463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Impact Classification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221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maps each changed component to SIL 0–4 level. Vital vs. non-vital function boundary enforced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114800" cy="141732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09160" y="1417320"/>
            <a:ext cx="64008" cy="14173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7375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EN-50128 Evidence Generation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2221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verification evidence package referencing EN-50128 clauses 5.3–5.7. Ready for notified body submission.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90088"/>
            <a:ext cx="4114800" cy="141732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" y="2990088"/>
            <a:ext cx="64008" cy="14173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Isolation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bounds which safety functions are affected by a change. Avoids full SIL-4 re-verification for isolated patches.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4114800" cy="141732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09160" y="2990088"/>
            <a:ext cx="64008" cy="141732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73752" y="3081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73752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record of every analysis, verdict and threshold override. Tamper-proof for regulatory inspection.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E1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EN-50128 WORKFLOW — AVERA ACCELERATED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48840" y="2377440"/>
            <a:ext cx="27432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960120"/>
            <a:ext cx="822960" cy="822960"/>
          </a:xfrm>
          <a:prstGeom prst="ellipse">
            <a:avLst/>
          </a:prstGeom>
          <a:solidFill>
            <a:srgbClr val="1A6B3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Diff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change set from your VCS. AVERA identifies modified safety functions and their EN-50128 references.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27432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17520" y="960120"/>
            <a:ext cx="822960" cy="822960"/>
          </a:xfrm>
          <a:prstGeom prst="ellipse">
            <a:avLst/>
          </a:prstGeom>
          <a:solidFill>
            <a:srgbClr val="1A6B3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1752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 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modified component classified SIL 0–4. Vital functions (interlocking, ATP) flagged for highest scrutiny.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2377440"/>
            <a:ext cx="274320" cy="54864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66360" y="960120"/>
            <a:ext cx="822960" cy="822960"/>
          </a:xfrm>
          <a:prstGeom prst="ellipse">
            <a:avLst/>
          </a:prstGeom>
          <a:solidFill>
            <a:srgbClr val="1A6B3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6636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impact mapped to safety functions. Non-affected SIL-4 functions excluded from re-verification scope.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960120"/>
            <a:ext cx="822960" cy="822960"/>
          </a:xfrm>
          <a:prstGeom prst="ellipse">
            <a:avLst/>
          </a:prstGeom>
          <a:solidFill>
            <a:srgbClr val="1A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0" y="1024128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 Body Package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4871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evidence package with EN-50128 clause references. Fail → blocking verdict with remediation guidance.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18-month change cycles compressed to days. Focused scope = lower cost, faster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 MARKET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219456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$8.99B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200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Safety Market by 2032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11.7%  ·  Source: MarketsandMarkets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9728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0332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€320M+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signalling verification tooling (EU)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EN-50128 compliance tools market — Mordor Intelligence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114800" cy="109728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54880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ERTMS modernisation projects EU-wide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requiring EN-50128 SIL verification — immediate TAM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4114800" cy="109728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54880" y="3502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railway digital mandate deadline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ERTMS Level 2+ required on Trans-European Network corridors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Green Deal + digital rail investment: €100B+ committed through 2030. Software verification is the critical path.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E1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RAILWAY TEAMS CHOOSE AVERA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920240"/>
                <a:gridCol w="1828800"/>
                <a:gridCol w="18288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EN-50128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Ansys Medini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 classification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Hours/days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impact scoping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AI boundary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FTA/FMEA 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Manual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Notified body evidence pkg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Instant EN-50128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Partial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Manual assembly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audit trail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SHA-256 hash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Log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Paper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GitHub / Jenkins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Offline desktop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ABOARD — TRY THE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1371600"/>
          </a:xfrm>
          <a:prstGeom prst="rect">
            <a:avLst/>
          </a:prstGeom>
          <a:solidFill>
            <a:srgbClr val="F0A5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37160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https://avera-production.up.railway.app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 — No login required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Demo Scenarios: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ATP/ATC interlocking logic patch (SIL-4)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ETCS onboard unit software update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CBTC zone controller algorithm change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3703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Wayside signalling software regression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06908"/>
          </a:xfrm>
          <a:prstGeom prst="rect">
            <a:avLst/>
          </a:prstGeom>
          <a:solidFill>
            <a:srgbClr val="061A0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mgaloyan79@gmail.com  ·  github.com/averaeng/avera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MODERNISE YOUR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 SAFETY PROCESS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 automates EN-50128 impact assessment for every software change.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ETCS, CBTC, and legacy signalling systems.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2286000" cy="155448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avera-production.up.railway.app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2971800"/>
            <a:ext cx="2286000" cy="155448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7472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mgaloyan79@gmail.com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2286000" cy="1554480"/>
          </a:xfrm>
          <a:prstGeom prst="rect">
            <a:avLst/>
          </a:prstGeom>
          <a:solidFill>
            <a:srgbClr val="122A1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40416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github.com/averaeng/avera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 — Railway EN-50128 Safety Verification</dc:title>
  <dc:subject>PptxGenJS Presentation</dc:subject>
  <dc:creator>PptxGenJS</dc:creator>
  <cp:lastModifiedBy>PptxGenJS</cp:lastModifiedBy>
  <cp:revision>1</cp:revision>
  <dcterms:created xsi:type="dcterms:W3CDTF">2026-05-18T03:24:40Z</dcterms:created>
  <dcterms:modified xsi:type="dcterms:W3CDTF">2026-05-18T03:24:40Z</dcterms:modified>
</cp:coreProperties>
</file>