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Change Verification &amp; Risk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8229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Railway Signalling Software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Verification — Automated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EN-50128  ·  ETCS / ERTMS  ·  CBTC  ·  SIL 0–4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06908"/>
          </a:xfrm>
          <a:prstGeom prst="rect">
            <a:avLst/>
          </a:prstGeom>
          <a:solidFill>
            <a:srgbClr val="061A0D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avera-demo.up.railway.app   ·   Contact: mgaloyan79@gmail.com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E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SIGNALLING VERIFICATION CRISIS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3291840"/>
          </a:xfrm>
          <a:prstGeom prst="rect">
            <a:avLst/>
          </a:prstGeom>
          <a:solidFill>
            <a:srgbClr val="EBF2E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51760" cy="5486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🚆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200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2E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€320M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200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signalling software market (Europe)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EN-50128 compliance tooling alone (Mordor Intelligence 2025)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651760" cy="3291840"/>
          </a:xfrm>
          <a:prstGeom prst="rect">
            <a:avLst/>
          </a:prstGeom>
          <a:solidFill>
            <a:srgbClr val="EBF2E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60120"/>
            <a:ext cx="2651760" cy="5486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🔒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0040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2E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 4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0040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vital safety functions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change triggers full EN-50128 re-verification — months of work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960120"/>
            <a:ext cx="2651760" cy="3291840"/>
          </a:xfrm>
          <a:prstGeom prst="rect">
            <a:avLst/>
          </a:prstGeom>
          <a:solidFill>
            <a:srgbClr val="EBF2E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960120"/>
            <a:ext cx="2651760" cy="5486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608076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📆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2E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 mo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08076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software change cycle time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rail modernisation stalled by manual safety reviews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" y="43434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Rail, Deutsche Bahn, and SNCF all face the same problem: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changes faster than EN-50128 re-verification processes can track.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A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 FOR RAILWAY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EN-50128 SIL classification and change impact scoping — automated, auditable, instant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41732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417320"/>
            <a:ext cx="64008" cy="14173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1508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4632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 Impact Classification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2221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 maps each changed component to SIL 0–4 level. Vital vs. non-vital function boundary enforced automatically.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417320"/>
            <a:ext cx="4114800" cy="141732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417320"/>
            <a:ext cx="64008" cy="14173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508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3752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EN-50128 Evidence Generation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73752" y="2221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verification evidence package referencing EN-50128 clauses 5.3–5.7. Ready for notified body submission.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990088"/>
            <a:ext cx="4114800" cy="141732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90088"/>
            <a:ext cx="64008" cy="14173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" y="3081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Isolation Analysis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bounds which safety functions are affected by a change. Avoids full SIL-4 re-verification for isolated patches.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990088"/>
            <a:ext cx="4114800" cy="141732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990088"/>
            <a:ext cx="64008" cy="14173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1" name="Text 19"/>
          <p:cNvSpPr/>
          <p:nvPr/>
        </p:nvSpPr>
        <p:spPr>
          <a:xfrm>
            <a:off x="4873752" y="3081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73752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7375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hash-chained record of every analysis, verdict and threshold override. Tamper-proof for regulatory inspection.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E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EN-50128 WORKFLOW — AVERA ACCELERATED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148840" y="2377440"/>
            <a:ext cx="274320" cy="5486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960120"/>
            <a:ext cx="822960" cy="822960"/>
          </a:xfrm>
          <a:prstGeom prst="ellipse">
            <a:avLst/>
          </a:prstGeom>
          <a:solidFill>
            <a:srgbClr val="1A6B3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Diff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change set from your VCS. AVERA identifies modified safety functions and their EN-50128 references.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377440"/>
            <a:ext cx="274320" cy="5486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Shape 8"/>
          <p:cNvSpPr/>
          <p:nvPr/>
        </p:nvSpPr>
        <p:spPr>
          <a:xfrm>
            <a:off x="3017520" y="960120"/>
            <a:ext cx="822960" cy="822960"/>
          </a:xfrm>
          <a:prstGeom prst="ellipse">
            <a:avLst/>
          </a:prstGeom>
          <a:solidFill>
            <a:srgbClr val="1A6B35"/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2316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 Classification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2316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modified component classified SIL 0–4. Vital functions (interlocking, ATP) flagged for highest scrutiny.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46520" y="2377440"/>
            <a:ext cx="274320" cy="5486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66360" y="960120"/>
            <a:ext cx="822960" cy="822960"/>
          </a:xfrm>
          <a:prstGeom prst="ellipse">
            <a:avLst/>
          </a:prstGeom>
          <a:solidFill>
            <a:srgbClr val="1A6B35"/>
          </a:solidFill>
          <a:ln/>
        </p:spPr>
      </p:sp>
      <p:sp>
        <p:nvSpPr>
          <p:cNvPr id="16" name="Text 14"/>
          <p:cNvSpPr/>
          <p:nvPr/>
        </p:nvSpPr>
        <p:spPr>
          <a:xfrm>
            <a:off x="516636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Analysis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impact mapped to safety functions. Non-affected SIL-4 functions excluded from re-verification scope.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960120"/>
            <a:ext cx="822960" cy="822960"/>
          </a:xfrm>
          <a:prstGeom prst="ellipse">
            <a:avLst/>
          </a:prstGeom>
          <a:solidFill>
            <a:srgbClr val="1A6B3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Notified Body Package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2084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→ evidence package with EN-50128 clause references. Fail → blocking verdict with remediation guidance.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18-month change cycles compressed to days. Focused scope = lower cost, faster delivery.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A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RAILWAY MARKET OPPORTUNITY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4023360" cy="219456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10058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0A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$8.99B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320040" y="2057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Safety Market by 2032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11.7%  ·  Source: MarketsandMarkets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114800" cy="109728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0332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A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€320M+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signalling verification tooling (EU)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7647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EN-50128 compliance tools market — Mordor Intelligence 2025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2194560"/>
            <a:ext cx="4114800" cy="109728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22677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A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274320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ERTMS modernisation projects EU-wide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requiring EN-50128 SIL verification — immediate TAM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3429000"/>
            <a:ext cx="4114800" cy="109728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35021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A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railway digital mandate deadline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4233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ERTMS Level 2+ required on Trans-European Network corridors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0040" y="42062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Green Deal + digital rail investment: €100B+ committed through 2030. Software verification is the critical path.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E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RAILWAY TEAMS CHOOSE AVERA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2926080"/>
                <a:gridCol w="1920240"/>
                <a:gridCol w="182880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EN-50128 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B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Ansys Medini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Process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 classification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Hours/days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Weeks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impact 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AI boundary detection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FTA/FMEA import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Manual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Notified body evidence pkg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Instant EN-50128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Partial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Manual assembly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audit trail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SHA-256 hash chain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Log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Paper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integration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GitHub / Jenkins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Offline desktop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 ABOARD — TRY THE DEMO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1371600"/>
          </a:xfrm>
          <a:prstGeom prst="rect">
            <a:avLst/>
          </a:prstGeom>
          <a:solidFill>
            <a:srgbClr val="F0A50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2801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https://avera-demo.up.railway.app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Demo — No login required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Demo Scenarios: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ATP/ATC interlocking logic patch (SIL-4)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ETCS onboard unit software update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CBTC zone controller algorithm change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Wayside signalling software regression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663440"/>
            <a:ext cx="9144000" cy="406908"/>
          </a:xfrm>
          <a:prstGeom prst="rect">
            <a:avLst/>
          </a:prstGeom>
          <a:solidFill>
            <a:srgbClr val="061A0D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mgaloyan79@gmail.com  ·  github.com/averaeng/avera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MODERNISE YOUR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RAILWAY SAFETY PROCESS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 automates EN-50128 impact assessment for every software change.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ETCS, CBTC, and legacy signalling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2286000" cy="155448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🖥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avera-demo.up.railway.app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74720" y="2971800"/>
            <a:ext cx="2286000" cy="155448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📧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7472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Us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mgaloyan79@gmail.com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2971800"/>
            <a:ext cx="2286000" cy="1554480"/>
          </a:xfrm>
          <a:prstGeom prst="rect">
            <a:avLst/>
          </a:prstGeom>
          <a:solidFill>
            <a:srgbClr val="122A1C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💻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2648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github.com/averaeng/avera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AVERA — Railway EN-50128 Safety Verification</dc:title>
  <dc:subject>PptxGenJS Presentation</dc:subject>
  <dc:creator>PptxGenJS</dc:creator>
  <cp:lastModifiedBy>PptxGenJS</cp:lastModifiedBy>
  <cp:revision>1</cp:revision>
  <dcterms:created xsi:type="dcterms:W3CDTF">2026-05-18T03:24:40Z</dcterms:created>
  <dcterms:modified xsi:type="dcterms:W3CDTF">2026-05-18T03:24:40Z</dcterms:modified>
</cp:coreProperties>
</file>