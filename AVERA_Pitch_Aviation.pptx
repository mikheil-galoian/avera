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0C4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B0C4D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004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Change Verification &amp; Risk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8229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Aviation Software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Certification — Accelerated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DO-178C  ·  eVTOL / UAM  ·  FMS / Avionics  ·  DAL A–E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25196"/>
          </a:xfrm>
          <a:prstGeom prst="rect">
            <a:avLst/>
          </a:prstGeom>
          <a:solidFill>
            <a:srgbClr val="0A183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" y="4718304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avera-demo.up.railway.app   ·   Contact: mgaloyan79@gmail.com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CERTIFICATION BOTTLENECK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51760" cy="3291840"/>
          </a:xfrm>
          <a:prstGeom prst="rect">
            <a:avLst/>
          </a:prstGeom>
          <a:solidFill>
            <a:srgbClr val="E8EFF7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5176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✈️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2004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10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$850M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DO-178C DAL-A certification cost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2004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software-intensive avionics system (FAA/EASA 2025)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960120"/>
            <a:ext cx="2651760" cy="3291840"/>
          </a:xfrm>
          <a:prstGeom prst="rect">
            <a:avLst/>
          </a:prstGeom>
          <a:solidFill>
            <a:srgbClr val="E8EFF7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60120"/>
            <a:ext cx="265176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📋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2004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10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3–7 yr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320040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Certification timeline for new avionics SW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20040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eVTOL entrants cannot wait — market window closing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960120"/>
            <a:ext cx="2651760" cy="3291840"/>
          </a:xfrm>
          <a:prstGeom prst="rect">
            <a:avLst/>
          </a:prstGeom>
          <a:solidFill>
            <a:srgbClr val="E8EFF7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960120"/>
            <a:ext cx="265176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8" name="Text 16"/>
          <p:cNvSpPr/>
          <p:nvPr/>
        </p:nvSpPr>
        <p:spPr>
          <a:xfrm>
            <a:off x="6080760" y="11430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🔄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08076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610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34%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080760" y="26060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Recertification rate after any change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080760" y="320040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minor patches trigger full DO-178C re-qualification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0040" y="4343400"/>
            <a:ext cx="8503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eVTOL revolution demands certification in months, not years.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tooling was built for a world where software changed once a decade.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 FOR AVIATION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DO-178C impact assessment — from change to evidence in minutes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20040" y="1417320"/>
            <a:ext cx="4114800" cy="141732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417320"/>
            <a:ext cx="64008" cy="1417320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6" name="Text 4"/>
          <p:cNvSpPr/>
          <p:nvPr/>
        </p:nvSpPr>
        <p:spPr>
          <a:xfrm>
            <a:off x="48463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8463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DO-178C DAL Mapping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463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classifies each changed function to its Design Assurance Level (A through E). Zero manual triage.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09160" y="1417320"/>
            <a:ext cx="4114800" cy="141732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1417320"/>
            <a:ext cx="64008" cy="1417320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1" name="Text 9"/>
          <p:cNvSpPr/>
          <p:nvPr/>
        </p:nvSpPr>
        <p:spPr>
          <a:xfrm>
            <a:off x="4873752" y="15087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73752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Coverage Proof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73752" y="2221992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MC/DC and statement coverage evidence generated and linked to changed functions — ready for DER review.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2990088"/>
            <a:ext cx="4114800" cy="141732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90088"/>
            <a:ext cx="64008" cy="1417320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Impact Boundary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Precisely identifies which safety functions are affected and which are isolated. Limits scope of re-qualification.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09160" y="2990088"/>
            <a:ext cx="4114800" cy="141732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09160" y="2990088"/>
            <a:ext cx="64008" cy="1417320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21" name="Text 19"/>
          <p:cNvSpPr/>
          <p:nvPr/>
        </p:nvSpPr>
        <p:spPr>
          <a:xfrm>
            <a:off x="4873752" y="3081528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73752" y="340156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 Evidence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873752" y="379476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data package aligned to DO-178C Table A-1 through A-10 objectives — exportable to PDF or JSON.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DO-178C WORKFLOW — AVERA ACCELERATED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148840" y="2377440"/>
            <a:ext cx="27432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960120"/>
            <a:ext cx="822960" cy="822960"/>
          </a:xfrm>
          <a:prstGeom prst="ellipse">
            <a:avLst/>
          </a:prstGeom>
          <a:solidFill>
            <a:srgbClr val="4A9FD4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7432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diff from VCS or CI/CD. AVERA parses modified components and their safety attributes.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2377440"/>
            <a:ext cx="27432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0" name="Shape 8"/>
          <p:cNvSpPr/>
          <p:nvPr/>
        </p:nvSpPr>
        <p:spPr>
          <a:xfrm>
            <a:off x="3017520" y="960120"/>
            <a:ext cx="822960" cy="822960"/>
          </a:xfrm>
          <a:prstGeom prst="ellipse">
            <a:avLst/>
          </a:prstGeom>
          <a:solidFill>
            <a:srgbClr val="4A9FD4"/>
          </a:solidFill>
          <a:ln/>
        </p:spPr>
      </p:sp>
      <p:sp>
        <p:nvSpPr>
          <p:cNvPr id="11" name="Text 9"/>
          <p:cNvSpPr/>
          <p:nvPr/>
        </p:nvSpPr>
        <p:spPr>
          <a:xfrm>
            <a:off x="301752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42316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Classification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2316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 assigns Design Assurance Level to each changed component and traces to its system requirements.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46520" y="2377440"/>
            <a:ext cx="274320" cy="54864"/>
          </a:xfrm>
          <a:prstGeom prst="rect">
            <a:avLst/>
          </a:prstGeom>
          <a:solidFill>
            <a:srgbClr val="4A9FD4"/>
          </a:solidFill>
          <a:ln/>
        </p:spPr>
      </p:sp>
      <p:sp>
        <p:nvSpPr>
          <p:cNvPr id="15" name="Shape 13"/>
          <p:cNvSpPr/>
          <p:nvPr/>
        </p:nvSpPr>
        <p:spPr>
          <a:xfrm>
            <a:off x="5166360" y="960120"/>
            <a:ext cx="822960" cy="822960"/>
          </a:xfrm>
          <a:prstGeom prst="ellipse">
            <a:avLst/>
          </a:prstGeom>
          <a:solidFill>
            <a:srgbClr val="4A9FD4"/>
          </a:solidFill>
          <a:ln/>
        </p:spPr>
      </p:sp>
      <p:sp>
        <p:nvSpPr>
          <p:cNvPr id="16" name="Text 14"/>
          <p:cNvSpPr/>
          <p:nvPr/>
        </p:nvSpPr>
        <p:spPr>
          <a:xfrm>
            <a:off x="516636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Scoping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analysis: which safety boundaries are crossed? Focused re-qualification scope — not full recert.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0" y="960120"/>
            <a:ext cx="822960" cy="822960"/>
          </a:xfrm>
          <a:prstGeom prst="ellipse">
            <a:avLst/>
          </a:prstGeom>
          <a:solidFill>
            <a:srgbClr val="4A9FD4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0" y="1024128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192024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Package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20840" y="2487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aligned to DO-178C objectives. Pass → DER-ready. Fail → remediation plan with DO-178C section refs.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3434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Focused re-qualification scope instead of full recertification — saving months and millions.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AVIATION MARKET OPPORTUNITY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20040" y="868680"/>
            <a:ext cx="4023360" cy="219456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20040" y="1005840"/>
            <a:ext cx="4023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$8.99B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320040" y="20574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Safety Market by 2032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2468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CAGR 11.7%  ·  Source: MarketsandMarkets 2026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960120"/>
            <a:ext cx="4114800" cy="10972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754880" y="103327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800+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754880" y="150876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eVTOL aircraft in development globally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17647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requires DO-178C / DO-254 certification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63440" y="2194560"/>
            <a:ext cx="4114800" cy="10972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54880" y="22677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$400M+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754880" y="274320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certification tooling market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999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Growing with eVTOL and UAM wave (Mordor Intelligence)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63440" y="3429000"/>
            <a:ext cx="4114800" cy="10972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54880" y="350215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A9FD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2030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754880" y="3977640"/>
            <a:ext cx="38404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eVTOL commercial operations target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4233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certification window — AVERA closes the gap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0040" y="42062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First-mover advantage: only 3 companies globally offer AI-assisted DO-178C tooling. AVERA is first at this price point.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10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AVERA VS. THE FIELD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914400"/>
          <a:ext cx="8503920" cy="36576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1920240"/>
                <a:gridCol w="1828800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DO-178C Capability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0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9F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LDRA / VectorCAST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555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DER Process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 impact classification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AI-automated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Manual mapping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Human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impact scoping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Precise boundary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Coverage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Full recert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package generation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Instant PDF/JSON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 Partial reports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Manual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eVTOL / iterative dev ready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CI/CD native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Waterfall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Waterfall 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point (SaaS)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66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 Accessible SaaS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$200K+ licenses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9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 Consultant fees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FLY THE DEMO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371600" y="1097280"/>
            <a:ext cx="6400800" cy="1371600"/>
          </a:xfrm>
          <a:prstGeom prst="rect">
            <a:avLst/>
          </a:prstGeom>
          <a:solidFill>
            <a:srgbClr val="4A9FD4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2801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https://avera-demo.up.railway.app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71600" y="21031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61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Demo — No login required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788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 Demo Scenarios: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FMS navigation software patch (DAL-A)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32461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Engine FADEC control logic update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eVTOL flight controller algorithm change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0" y="3703320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Avionics display software regression check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4663440"/>
            <a:ext cx="9144000" cy="425196"/>
          </a:xfrm>
          <a:prstGeom prst="rect">
            <a:avLst/>
          </a:prstGeom>
          <a:solidFill>
            <a:srgbClr val="0A1838"/>
          </a:solidFill>
          <a:ln/>
        </p:spPr>
      </p:sp>
      <p:sp>
        <p:nvSpPr>
          <p:cNvPr id="12" name="Text 10"/>
          <p:cNvSpPr/>
          <p:nvPr/>
        </p:nvSpPr>
        <p:spPr>
          <a:xfrm>
            <a:off x="274320" y="4718304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Contact: mgaloyan79@gmail.com  ·  github.com/averaeng/avera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0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B0C4D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B0C4D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572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CERTIFY FASTER.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FLY SOONER.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 cuts DO-178C impact assessment from months to minutes.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B0C4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deploy in your certification workflow today.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971800"/>
            <a:ext cx="2286000" cy="15544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🖥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 Demo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avera-demo.up.railway.app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474720" y="2971800"/>
            <a:ext cx="2286000" cy="15544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47472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📧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47472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Call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47472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mgaloyan79@gmail.com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126480" y="2971800"/>
            <a:ext cx="2286000" cy="1554480"/>
          </a:xfrm>
          <a:prstGeom prst="rect">
            <a:avLst/>
          </a:prstGeom>
          <a:solidFill>
            <a:srgbClr val="0E1E40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126480" y="309067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💻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126480" y="3639312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A9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26480" y="40416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averaeng/avera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AVERA — Aviation DO-178C Certification</dc:title>
  <dc:subject>PptxGenJS Presentation</dc:subject>
  <dc:creator>PptxGenJS</dc:creator>
  <cp:lastModifiedBy>PptxGenJS</cp:lastModifiedBy>
  <cp:revision>1</cp:revision>
  <dcterms:created xsi:type="dcterms:W3CDTF">2026-05-18T03:24:40Z</dcterms:created>
  <dcterms:modified xsi:type="dcterms:W3CDTF">2026-05-18T03:24:40Z</dcterms:modified>
</cp:coreProperties>
</file>