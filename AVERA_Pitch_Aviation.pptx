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C4D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0C4D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Verification &amp; Risk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Aviation Software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Certification — Accelerated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DO-178C  ·  eVTOL / UAM  ·  FMS / Avionics  ·  DAL A–E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25196"/>
          </a:xfrm>
          <a:prstGeom prst="rect">
            <a:avLst/>
          </a:prstGeom>
          <a:solidFill>
            <a:srgbClr val="0A18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47183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avera-production.up.railway.app   ·   Contact: mgaloyan79@gmail.com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0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CERTIFICATION BOTTLENECK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✈️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1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$850M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DO-178C DAL-A certification cost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software-intensive avionics system (FAA/EASA 2025)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1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3–7 yr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timeline for new avionics SW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eVTOL entrants cannot wait — market window closing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E8EFF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1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 rate after any change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minor patches trigger full DO-178C re-qualification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eVTOL revolution demands certification in months, not years.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tooling was built for a world where software changed once a decade.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 FOR AVIATION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DO-178C impact assessment — from change to evidence in minutes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114800" cy="141732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417320"/>
            <a:ext cx="64008" cy="1417320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463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DO-178C DAL Mapping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221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classifies each changed function to its Design Assurance Level (A through E). Zero manual triage.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114800" cy="141732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1417320"/>
            <a:ext cx="64008" cy="1417320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7375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Coverage Proof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2221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 and statement coverage evidence generated and linked to changed functions — ready for DER review.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90088"/>
            <a:ext cx="4114800" cy="141732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990088"/>
            <a:ext cx="64008" cy="1417320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Boundary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identifies which safety functions are affected and which are isolated. Limits scope of re-qualification.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4114800" cy="141732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09160" y="2990088"/>
            <a:ext cx="64008" cy="1417320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73752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Evidence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package aligned to DO-178C Table A-1 through A-10 objectives — exportable to PDF or JSON.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0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DO-178C WORKFLOW — AVERA ACCELERATED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48840" y="2377440"/>
            <a:ext cx="274320" cy="54864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960120"/>
            <a:ext cx="822960" cy="822960"/>
          </a:xfrm>
          <a:prstGeom prst="ellipse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diff from VCS or CI/CD. AVERA parses modified components and their safety attributes.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274320" cy="54864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1752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assigns Design Assurance Level to each changed component and traces to its system requirements.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377440"/>
            <a:ext cx="274320" cy="54864"/>
          </a:xfrm>
          <a:prstGeom prst="rect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66360" y="960120"/>
            <a:ext cx="822960" cy="822960"/>
          </a:xfrm>
          <a:prstGeom prst="ellipse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6636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analysis: which safety boundaries are crossed? Focused re-qualification scope — not full recert.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960120"/>
            <a:ext cx="822960" cy="822960"/>
          </a:xfrm>
          <a:prstGeom prst="ellipse">
            <a:avLst/>
          </a:prstGeom>
          <a:solidFill>
            <a:srgbClr val="4A9FD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aligned to DO-178C objectives. Pass → DER-ready. Fail → remediation plan with DO-178C section refs.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Focused re-qualification scope instead of full recertification — saving months and millions.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AVIATION MARKET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219456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$8.99B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Safety Market by 2032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11.7%  ·  Source: MarketsandMarkets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033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eVTOL aircraft in development globally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requires DO-178C / DO-254 certification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109728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$400M+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certification tooling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with eVTOL and UAM wave (Mordor Intelligence)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4114800" cy="109728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3502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eVTOL commercial operations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certification window — AVERA closes the gap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advantage: only 3 companies globally offer AI-assisted DO-178C tooling. AVERA is first at this price point.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10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 VS. THE FIELD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920240"/>
                <a:gridCol w="18288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DO-178C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0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F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LDRA / VectorCAST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DER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 impact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AI-automated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Manual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Human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impact scoping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Precise boundary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Coverage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Full recert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package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Instant PDF/JSON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Partial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Manual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eVTOL / iterative dev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CI/CD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Waterfall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Waterfall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point (SaaS)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Accessible SaaS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$200K+ licenses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Consultant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FLY THE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solidFill>
            <a:srgbClr val="4A9FD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https://avera-production.up.railway.app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— No login required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Demo Scenarios: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FMS navigation software patch (DAL-A)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Engine FADEC control logic update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eVTOL flight controller algorithm change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Avionics display software regression 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25196"/>
          </a:xfrm>
          <a:prstGeom prst="rect">
            <a:avLst/>
          </a:prstGeom>
          <a:solidFill>
            <a:srgbClr val="0A183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471830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mgaloyan79@gmail.com  ·  github.com/averaeng/avera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0C4D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0C4D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CERTIFY FASTER.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FLY SOONER.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 cuts DO-178C impact assessment from months to minutes.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 in your certification workflow today.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2286000" cy="155448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avera-production.up.railway.app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2971800"/>
            <a:ext cx="2286000" cy="155448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mgaloyan79@gmail.com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2286000" cy="1554480"/>
          </a:xfrm>
          <a:prstGeom prst="rect">
            <a:avLst/>
          </a:prstGeom>
          <a:solidFill>
            <a:srgbClr val="0E1E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averaeng/avera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 — Aviation DO-178C Certification</dc:title>
  <dc:subject>PptxGenJS Presentation</dc:subject>
  <dc:creator>PptxGenJS</dc:creator>
  <cp:lastModifiedBy>PptxGenJS</cp:lastModifiedBy>
  <cp:revision>1</cp:revision>
  <dcterms:created xsi:type="dcterms:W3CDTF">2026-05-18T03:24:40Z</dcterms:created>
  <dcterms:modified xsi:type="dcterms:W3CDTF">2026-05-18T03:24:40Z</dcterms:modified>
</cp:coreProperties>
</file>